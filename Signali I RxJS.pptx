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8"/>
  </p:notesMasterIdLst>
  <p:sldIdLst>
    <p:sldId id="278" r:id="rId5"/>
    <p:sldId id="279" r:id="rId6"/>
    <p:sldId id="28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649513" cy="2079326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 err="1"/>
              <a:t>Signali</a:t>
            </a:r>
            <a:r>
              <a:rPr lang="en-US" sz="4000" dirty="0"/>
              <a:t> I </a:t>
            </a:r>
            <a:r>
              <a:rPr lang="en-US" sz="4000" dirty="0" err="1"/>
              <a:t>RxJS</a:t>
            </a:r>
            <a:r>
              <a:rPr lang="en-US" sz="4000" dirty="0"/>
              <a:t>: </a:t>
            </a:r>
            <a:r>
              <a:rPr lang="en-US" sz="4000" dirty="0" err="1"/>
              <a:t>Reaktivna</a:t>
            </a:r>
            <a:r>
              <a:rPr lang="en-US" sz="4000" dirty="0"/>
              <a:t> Angular </a:t>
            </a:r>
            <a:r>
              <a:rPr lang="en-US" sz="4000" dirty="0" err="1"/>
              <a:t>aplikacija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sz="2300" dirty="0"/>
              <a:t>Anita </a:t>
            </a:r>
            <a:r>
              <a:rPr lang="sr-Latn-RS" sz="2300" dirty="0"/>
              <a:t>Golubović, </a:t>
            </a:r>
          </a:p>
          <a:p>
            <a:pPr algn="l"/>
            <a:r>
              <a:rPr lang="sr-Latn-RS" sz="2300" dirty="0"/>
              <a:t>broj indeksa: 2095</a:t>
            </a:r>
            <a:endParaRPr lang="en-US" sz="2300" dirty="0"/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sr-Latn-RS" sz="4000" dirty="0"/>
              <a:t>Sadržaj:</a:t>
            </a:r>
            <a:endParaRPr lang="en-US" sz="4000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 marL="36900" lvl="0" indent="0">
              <a:buNone/>
            </a:pPr>
            <a:r>
              <a:rPr lang="sr-Latn-RS" sz="2400" dirty="0"/>
              <a:t>Reaktivno programiranje</a:t>
            </a:r>
            <a:endParaRPr lang="en-US" sz="2400" dirty="0"/>
          </a:p>
          <a:p>
            <a:pPr marL="36900" lvl="0" indent="0">
              <a:buNone/>
            </a:pPr>
            <a:r>
              <a:rPr lang="sr-Latn-RS" sz="2400" dirty="0"/>
              <a:t>RxJS u Angularu</a:t>
            </a:r>
            <a:endParaRPr lang="en-US" sz="2400" dirty="0"/>
          </a:p>
          <a:p>
            <a:pPr marL="36900" lvl="0" indent="0">
              <a:buNone/>
            </a:pPr>
            <a:r>
              <a:rPr lang="sr-Latn-RS" sz="2400" dirty="0"/>
              <a:t>Angular Signals</a:t>
            </a:r>
            <a:endParaRPr lang="en-US" sz="2400" dirty="0"/>
          </a:p>
          <a:p>
            <a:pPr marL="36900" lvl="0" indent="0">
              <a:buNone/>
            </a:pPr>
            <a:r>
              <a:rPr lang="sr-Latn-RS" sz="2400" dirty="0"/>
              <a:t>Poređenje RxJS-a i signala</a:t>
            </a:r>
            <a:endParaRPr lang="en-US" sz="2400" dirty="0"/>
          </a:p>
          <a:p>
            <a:pPr marL="36900" lvl="0" indent="0">
              <a:buNone/>
            </a:pPr>
            <a:r>
              <a:rPr lang="sr-Latn-RS" sz="2400" dirty="0"/>
              <a:t>Zaključak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408E5-EF32-2EBE-1E78-EB13B1916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Reaktivno programiranje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665BE-8090-7514-E306-77CFF5350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9650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{1774DAF4-3327-42D8-9D8F-88E6F983D1B6}TFe742eee6-54b3-45e8-a03d-f3d997f9b6caf6c338c2_win32-3734725ae7e2</Template>
  <TotalTime>7</TotalTime>
  <Words>31</Words>
  <Application>Microsoft Office PowerPoint</Application>
  <PresentationFormat>Widescreen</PresentationFormat>
  <Paragraphs>11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</vt:lpstr>
      <vt:lpstr>Goudy Old Style</vt:lpstr>
      <vt:lpstr>Wingdings 2</vt:lpstr>
      <vt:lpstr>SlateVTI</vt:lpstr>
      <vt:lpstr>Signali I RxJS: Reaktivna Angular aplikacija</vt:lpstr>
      <vt:lpstr>Sadržaj:</vt:lpstr>
      <vt:lpstr>Reaktivno programiranje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Anita Golubovic</dc:creator>
  <cp:lastModifiedBy>Anita Golubovic</cp:lastModifiedBy>
  <cp:revision>1</cp:revision>
  <dcterms:created xsi:type="dcterms:W3CDTF">2026-01-04T15:59:55Z</dcterms:created>
  <dcterms:modified xsi:type="dcterms:W3CDTF">2026-01-04T16:07:26Z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